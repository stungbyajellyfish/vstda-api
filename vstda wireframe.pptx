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i Tucholski" userId="71dfee62b6637256" providerId="LiveId" clId="{559CF108-54F1-4748-A37A-ABDFD09FDA23}"/>
    <pc:docChg chg="custSel modSld">
      <pc:chgData name="Heidi Tucholski" userId="71dfee62b6637256" providerId="LiveId" clId="{559CF108-54F1-4748-A37A-ABDFD09FDA23}" dt="2026-02-25T18:01:44.037" v="296" actId="20577"/>
      <pc:docMkLst>
        <pc:docMk/>
      </pc:docMkLst>
      <pc:sldChg chg="addSp delSp modSp mod">
        <pc:chgData name="Heidi Tucholski" userId="71dfee62b6637256" providerId="LiveId" clId="{559CF108-54F1-4748-A37A-ABDFD09FDA23}" dt="2026-02-25T18:01:44.037" v="296" actId="20577"/>
        <pc:sldMkLst>
          <pc:docMk/>
          <pc:sldMk cId="711165725" sldId="256"/>
        </pc:sldMkLst>
        <pc:spChg chg="mod">
          <ac:chgData name="Heidi Tucholski" userId="71dfee62b6637256" providerId="LiveId" clId="{559CF108-54F1-4748-A37A-ABDFD09FDA23}" dt="2026-02-25T17:59:45.516" v="167" actId="20577"/>
          <ac:spMkLst>
            <pc:docMk/>
            <pc:sldMk cId="711165725" sldId="256"/>
            <ac:spMk id="2" creationId="{7783897C-E5CB-560A-D061-7FEA8739E0F5}"/>
          </ac:spMkLst>
        </pc:spChg>
        <pc:spChg chg="add del mod">
          <ac:chgData name="Heidi Tucholski" userId="71dfee62b6637256" providerId="LiveId" clId="{559CF108-54F1-4748-A37A-ABDFD09FDA23}" dt="2026-02-25T17:59:32.218" v="119" actId="478"/>
          <ac:spMkLst>
            <pc:docMk/>
            <pc:sldMk cId="711165725" sldId="256"/>
            <ac:spMk id="3" creationId="{0B51F2FC-8FA4-2416-0D65-F399CC2FFE29}"/>
          </ac:spMkLst>
        </pc:spChg>
        <pc:spChg chg="mod">
          <ac:chgData name="Heidi Tucholski" userId="71dfee62b6637256" providerId="LiveId" clId="{559CF108-54F1-4748-A37A-ABDFD09FDA23}" dt="2026-02-25T17:59:51.285" v="179" actId="20577"/>
          <ac:spMkLst>
            <pc:docMk/>
            <pc:sldMk cId="711165725" sldId="256"/>
            <ac:spMk id="4" creationId="{96429986-F607-77BF-9666-77233585DBBD}"/>
          </ac:spMkLst>
        </pc:spChg>
        <pc:spChg chg="mod">
          <ac:chgData name="Heidi Tucholski" userId="71dfee62b6637256" providerId="LiveId" clId="{559CF108-54F1-4748-A37A-ABDFD09FDA23}" dt="2026-02-25T17:59:58.753" v="192" actId="20577"/>
          <ac:spMkLst>
            <pc:docMk/>
            <pc:sldMk cId="711165725" sldId="256"/>
            <ac:spMk id="5" creationId="{7744BF3E-2C9E-C9D0-C122-23ADBB46E350}"/>
          </ac:spMkLst>
        </pc:spChg>
        <pc:spChg chg="add del mod">
          <ac:chgData name="Heidi Tucholski" userId="71dfee62b6637256" providerId="LiveId" clId="{559CF108-54F1-4748-A37A-ABDFD09FDA23}" dt="2026-02-25T17:59:34.132" v="120" actId="478"/>
          <ac:spMkLst>
            <pc:docMk/>
            <pc:sldMk cId="711165725" sldId="256"/>
            <ac:spMk id="6" creationId="{AEB4F22F-1CC7-D7F8-A9EB-737FF26EB328}"/>
          </ac:spMkLst>
        </pc:spChg>
        <pc:spChg chg="mod">
          <ac:chgData name="Heidi Tucholski" userId="71dfee62b6637256" providerId="LiveId" clId="{559CF108-54F1-4748-A37A-ABDFD09FDA23}" dt="2026-02-25T18:01:44.037" v="296" actId="20577"/>
          <ac:spMkLst>
            <pc:docMk/>
            <pc:sldMk cId="711165725" sldId="256"/>
            <ac:spMk id="9" creationId="{ED6570AA-D211-800B-8040-0F2E95603666}"/>
          </ac:spMkLst>
        </pc:spChg>
        <pc:spChg chg="add mod">
          <ac:chgData name="Heidi Tucholski" userId="71dfee62b6637256" providerId="LiveId" clId="{559CF108-54F1-4748-A37A-ABDFD09FDA23}" dt="2026-02-25T18:00:39.876" v="230" actId="1076"/>
          <ac:spMkLst>
            <pc:docMk/>
            <pc:sldMk cId="711165725" sldId="256"/>
            <ac:spMk id="10" creationId="{E1ABEC94-58AC-328C-6C3E-E695B1B04D28}"/>
          </ac:spMkLst>
        </pc:spChg>
        <pc:spChg chg="add mod">
          <ac:chgData name="Heidi Tucholski" userId="71dfee62b6637256" providerId="LiveId" clId="{559CF108-54F1-4748-A37A-ABDFD09FDA23}" dt="2026-02-25T18:00:36.909" v="229" actId="1035"/>
          <ac:spMkLst>
            <pc:docMk/>
            <pc:sldMk cId="711165725" sldId="256"/>
            <ac:spMk id="11" creationId="{D570C238-541F-F382-DE04-9965F45054C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E09C-AC4B-C199-CC2B-E103603F3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09BF0-35EE-DE1C-EC5F-D7580BEB2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522E5-04DE-83F9-81E3-CCD32CD6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5E067-D01D-19DB-D708-C4F6CD77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0901-AA03-2CE4-95B3-25E0A5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70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A78A-4B67-044E-198C-2113A2C2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7B69-C338-B609-F632-11812C2C3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A0D27-8E79-53BC-D9C7-5D2AE7089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786F-76DD-2827-B6EF-392C7FA0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CE70C-EE60-C9C9-6F35-78B8D897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9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E828-F6F3-EF93-1C35-33E81009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DDE1A-1B58-5574-DD53-0B4632468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4E91E-F93D-9680-3233-D8688B59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2EE87-5B37-DFB0-EE16-831899A74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78A2E-CE57-BD99-8E43-51E93047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3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876F-67E7-9084-A79F-70F5CF13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A66F-3CAF-8D03-0C82-7CD6E683C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E1CF-5C1A-4BFD-C3B9-D4F040DDB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26C57-A7FF-C35B-DC2C-1310AA47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F540-CAF4-AC9C-B754-DFCDE925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63638-048E-A094-644B-9749C276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185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5F74-BEF3-4465-EA82-E4FF5F262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6C00B-283F-7AD0-1368-21636E308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E65F9-B4EB-B351-B461-13E584044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F63C42-C404-9BFC-0340-8EDBE0FA38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E3959-A3BB-2854-928D-A2EA0051E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01CB0B-7431-E8AD-81D7-3642D56E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A419A-FC17-74C6-38E4-CCC32DFAE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29335-CEB9-919D-B757-45407055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7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D4528-C8FC-5B68-7161-114238FC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BE6BB1-3C60-7F68-4535-2DB459213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3C934-1E1E-7B8F-C43C-E74E27C2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90E1-EE30-176A-48B5-F4709294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6C795-A74F-5CEC-0612-15CC6EAE8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90D47-72D2-B349-F875-6A6828EE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4CD86-DF5A-38D4-0675-ABCA67DE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9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7D9C-95C0-2C94-9F9A-FFBD77E4B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0ED4B-ED36-79DB-08DE-77B900646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23905-AEC4-A853-0AD5-903CC120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FE042-F4AA-F48B-02BE-180402E67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E3C9E-E5CA-93EC-B5A2-724F20426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AD6EF-D7DC-EA31-2B9F-A52F1C5E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4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D539-2132-777D-B1D7-8F8CDCE1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22B50-6542-C7D9-10EA-5C0F61C54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ED70A-BE37-66A5-C780-0B5AE37D8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5A5E3-0CEA-5390-3CA0-35B09430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A376D-DA19-BC22-A78E-DA2A53D6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D2B64-BB62-18BA-B72E-DA36F333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6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F208B-BFED-DDFC-8970-CF8B68B74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51811-17DB-6968-076F-B94D673A9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B5201-FB7E-F962-4854-7E8C3602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78B2-9542-97F6-C929-6D994701D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8AB84-F7FA-091F-5FDA-EE47846BB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601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B44ED-B461-88EB-7F6F-84F42ECA4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254A1-02F5-8A2F-6A76-FD9AFAE50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2BEBC-C1B2-D64D-0BAA-705292B8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DE881-E60B-E865-0875-DF33F317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51AA-D51B-5737-00A7-FEEDCF5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87166A-F90F-C29E-994F-F1383E6B8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44F78-B7E4-35CF-360E-57FC10455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7604-3A47-6655-30FE-A2E251393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ADB6B-C01E-4534-8B4A-7CF8AD980E5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69770-DC6A-2435-B359-AF01BCD425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08A5B-92BA-95FB-A8ED-11B076238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942FE-597F-4F58-A009-CA8D7337C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0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897C-E5CB-560A-D061-7FEA8739E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0800000" flipV="1">
            <a:off x="449611" y="1159293"/>
            <a:ext cx="2249442" cy="479472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US" sz="1600" dirty="0"/>
              <a:t>Header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429986-F607-77BF-9666-77233585DBBD}"/>
              </a:ext>
            </a:extLst>
          </p:cNvPr>
          <p:cNvSpPr txBox="1">
            <a:spLocks/>
          </p:cNvSpPr>
          <p:nvPr/>
        </p:nvSpPr>
        <p:spPr>
          <a:xfrm rot="10800000" flipV="1">
            <a:off x="449612" y="1886373"/>
            <a:ext cx="2249442" cy="4794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Tagline info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744BF3E-2C9E-C9D0-C122-23ADBB46E350}"/>
              </a:ext>
            </a:extLst>
          </p:cNvPr>
          <p:cNvSpPr txBox="1">
            <a:spLocks/>
          </p:cNvSpPr>
          <p:nvPr/>
        </p:nvSpPr>
        <p:spPr>
          <a:xfrm rot="10800000" flipV="1">
            <a:off x="449611" y="2613452"/>
            <a:ext cx="2249442" cy="47947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Input 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7DDB2E-25D8-44CD-9C6B-56F990D65127}"/>
              </a:ext>
            </a:extLst>
          </p:cNvPr>
          <p:cNvSpPr txBox="1"/>
          <p:nvPr/>
        </p:nvSpPr>
        <p:spPr>
          <a:xfrm>
            <a:off x="1690063" y="151349"/>
            <a:ext cx="3373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UI Wireframe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050A9B-DDC6-71DB-5C1F-2128A721A1D0}"/>
              </a:ext>
            </a:extLst>
          </p:cNvPr>
          <p:cNvSpPr txBox="1"/>
          <p:nvPr/>
        </p:nvSpPr>
        <p:spPr>
          <a:xfrm>
            <a:off x="7284720" y="151349"/>
            <a:ext cx="3373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Component Wireframe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6570AA-D211-800B-8040-0F2E95603666}"/>
              </a:ext>
            </a:extLst>
          </p:cNvPr>
          <p:cNvSpPr txBox="1"/>
          <p:nvPr/>
        </p:nvSpPr>
        <p:spPr>
          <a:xfrm>
            <a:off x="7037727" y="725214"/>
            <a:ext cx="44774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&lt;header /&gt;</a:t>
            </a:r>
          </a:p>
          <a:p>
            <a:r>
              <a:rPr lang="en-US" dirty="0"/>
              <a:t>&lt;tagline /&gt;</a:t>
            </a:r>
          </a:p>
          <a:p>
            <a:r>
              <a:rPr lang="en-US" dirty="0"/>
              <a:t>&lt;input form /&gt;</a:t>
            </a:r>
          </a:p>
          <a:p>
            <a:pPr marL="285750" indent="-285750">
              <a:buFontTx/>
              <a:buChar char="-"/>
            </a:pPr>
            <a:r>
              <a:rPr lang="en-US" dirty="0"/>
              <a:t>Description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Priority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Add button (</a:t>
            </a:r>
            <a:r>
              <a:rPr lang="en-US" dirty="0" err="1"/>
              <a:t>setState</a:t>
            </a:r>
            <a:r>
              <a:rPr lang="en-US" dirty="0"/>
              <a:t>)</a:t>
            </a:r>
          </a:p>
          <a:p>
            <a:r>
              <a:rPr lang="en-US" dirty="0"/>
              <a:t>&lt;display /&gt;</a:t>
            </a:r>
          </a:p>
          <a:p>
            <a:pPr marL="285750" indent="-285750">
              <a:buFontTx/>
              <a:buChar char="-"/>
            </a:pPr>
            <a:r>
              <a:rPr lang="en-US" dirty="0"/>
              <a:t>List with edit/delete options (</a:t>
            </a:r>
            <a:r>
              <a:rPr lang="en-US" dirty="0" err="1"/>
              <a:t>setState</a:t>
            </a:r>
            <a:r>
              <a:rPr lang="en-US" dirty="0"/>
              <a:t>)</a:t>
            </a:r>
          </a:p>
          <a:p>
            <a:r>
              <a:rPr lang="en-US" dirty="0"/>
              <a:t>&lt;edit form /&gt;</a:t>
            </a:r>
          </a:p>
          <a:p>
            <a:pPr marL="285750" indent="-285750">
              <a:buFontTx/>
              <a:buChar char="-"/>
            </a:pPr>
            <a:r>
              <a:rPr lang="en-US" dirty="0"/>
              <a:t>On edit click: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Description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Priority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Save button (</a:t>
            </a:r>
            <a:r>
              <a:rPr lang="en-US" dirty="0" err="1"/>
              <a:t>setState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1ABEC94-58AC-328C-6C3E-E695B1B04D28}"/>
              </a:ext>
            </a:extLst>
          </p:cNvPr>
          <p:cNvSpPr txBox="1">
            <a:spLocks/>
          </p:cNvSpPr>
          <p:nvPr/>
        </p:nvSpPr>
        <p:spPr>
          <a:xfrm rot="10800000" flipV="1">
            <a:off x="2904832" y="1159293"/>
            <a:ext cx="2713998" cy="19336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List Display</a:t>
            </a:r>
          </a:p>
          <a:p>
            <a:br>
              <a:rPr lang="en-US" sz="1600" dirty="0"/>
            </a:br>
            <a:r>
              <a:rPr lang="en-US" sz="1600" dirty="0"/>
              <a:t>or</a:t>
            </a:r>
          </a:p>
          <a:p>
            <a:endParaRPr lang="en-US" sz="1600" dirty="0"/>
          </a:p>
          <a:p>
            <a:r>
              <a:rPr lang="en-US" sz="1600" dirty="0"/>
              <a:t>Edit Form (when item selected)</a:t>
            </a:r>
          </a:p>
        </p:txBody>
      </p:sp>
    </p:spTree>
    <p:extLst>
      <p:ext uri="{BB962C8B-B14F-4D97-AF65-F5344CB8AC3E}">
        <p14:creationId xmlns:p14="http://schemas.microsoft.com/office/powerpoint/2010/main" val="71116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64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Heidi Tucholski</dc:creator>
  <cp:lastModifiedBy>Heidi Tucholski</cp:lastModifiedBy>
  <cp:revision>6</cp:revision>
  <dcterms:created xsi:type="dcterms:W3CDTF">2026-02-04T19:14:17Z</dcterms:created>
  <dcterms:modified xsi:type="dcterms:W3CDTF">2026-02-26T15:19:15Z</dcterms:modified>
</cp:coreProperties>
</file>